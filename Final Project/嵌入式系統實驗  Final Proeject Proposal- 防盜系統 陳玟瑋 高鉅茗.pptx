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Nunito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6a4dc43f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6a4dc43f3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a4dc43f3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a4dc43f3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a4dc43f3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a4dc43f3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a4dc43f3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a4dc43f3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a4dc43f3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a4dc43f3_4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a4dc43f3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6a4dc43f3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嵌入式系統實驗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Final Proeject-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防盜系統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44"/>
            <a:ext cx="5361300" cy="9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電機四 陳玟瑋 B10901044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電機四 高鉅茗 B10901159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主旨</a:t>
            </a:r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600"/>
              <a:t>為了提升居家安全，防止陌生人或竊賊入侵住家，我們設計一套具備智慧偵測、警報通知與遠端管理功能的防盜系統。利用 STM32 微控制器與感測器進行環境監控，並結合警鈴與無線通訊，使使用者能即時得知異常狀況，強化整體防護能力。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1. 當附近沒人時系統在待機狀態，當有人在附近徘徊超過30秒時進入active狀態，  進入active時發出聲音告知此處有保全系統。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2.當嘗試握門把時，觸動警鈴，經App或email傳送訊息通知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3.拍照 or 錄影 or 錄音存證以方便報警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 (optional)</a:t>
            </a:r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1. 當連接的藍芽裝置在一定範圍內會使裝置進入inactive狀態，怎麼移動門把(STM32板子)都不會觸發警鈴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2. 當有人靠近時，可以開燈並面向人站的位置(若是晚上時避免太暗都拍不清楚人臉)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所需硬體</a:t>
            </a:r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819150" y="17638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徘迴偵測: </a:t>
            </a:r>
            <a:r>
              <a:rPr lang="zh-TW" altLang="en-US" sz="1600" b="1" dirty="0">
                <a:solidFill>
                  <a:srgbClr val="000000"/>
                </a:solidFill>
              </a:rPr>
              <a:t>超音波</a:t>
            </a:r>
            <a:r>
              <a:rPr lang="zh-TW" sz="1600" b="1" dirty="0">
                <a:solidFill>
                  <a:srgbClr val="000000"/>
                </a:solidFill>
              </a:rPr>
              <a:t>感測器 (ex. HC-SR</a:t>
            </a:r>
            <a:r>
              <a:rPr lang="en-US" altLang="zh-TW" sz="1600" b="1" dirty="0">
                <a:solidFill>
                  <a:srgbClr val="000000"/>
                </a:solidFill>
              </a:rPr>
              <a:t>04</a:t>
            </a:r>
            <a:r>
              <a:rPr lang="zh-TW" sz="1600" b="1" dirty="0">
                <a:solidFill>
                  <a:srgbClr val="000000"/>
                </a:solidFill>
              </a:rPr>
              <a:t>) + MP3 語音模組 (ex. DFPlayer Mini &amp; 小喇叭)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000000"/>
                </a:solidFill>
              </a:rPr>
              <a:t>握把偵測: </a:t>
            </a:r>
            <a:r>
              <a:rPr lang="zh-TW" sz="1600" b="1" dirty="0">
                <a:solidFill>
                  <a:srgbClr val="000000"/>
                </a:solidFill>
              </a:rPr>
              <a:t>觸摸感測器 (電容式開關 ex. TTP223 or 加速度計) + 蜂鳴器</a:t>
            </a:r>
            <a:endParaRPr sz="16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rgbClr val="000000"/>
                </a:solidFill>
              </a:rPr>
              <a:t>存證: </a:t>
            </a:r>
            <a:r>
              <a:rPr lang="zh-TW" sz="1600" b="1" dirty="0">
                <a:solidFill>
                  <a:srgbClr val="000000"/>
                </a:solidFill>
              </a:rPr>
              <a:t>攝像頭模組(ex. OV2640 UART)</a:t>
            </a:r>
            <a:endParaRPr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819150" y="1564975"/>
            <a:ext cx="7505700" cy="28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徘迴偵測 : GPIO + UART + RTOS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握把偵測: GPIO + SPI + TCP client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存證: SPI + UART + DFSDM + DMA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參考資料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加速度計、藍芽、網路連線 :先前課程內容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如螢幕大小 (16:9)</PresentationFormat>
  <Paragraphs>24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Nunito</vt:lpstr>
      <vt:lpstr>Calibri</vt:lpstr>
      <vt:lpstr>Arial</vt:lpstr>
      <vt:lpstr>Shift</vt:lpstr>
      <vt:lpstr>嵌入式系統實驗  Final Proeject- 防盜系統</vt:lpstr>
      <vt:lpstr>主旨</vt:lpstr>
      <vt:lpstr>目標</vt:lpstr>
      <vt:lpstr>目標 (optional)</vt:lpstr>
      <vt:lpstr>所需硬體</vt:lpstr>
      <vt:lpstr>系統架構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玟瑋 陳</cp:lastModifiedBy>
  <cp:revision>1</cp:revision>
  <dcterms:modified xsi:type="dcterms:W3CDTF">2025-11-25T04:24:45Z</dcterms:modified>
</cp:coreProperties>
</file>