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6279efbf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6279efbf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409ad34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409ad34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279efbf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6279efbf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6279efb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6279efb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279efbf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279efbf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a3d027a8c90ddd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a3d027a8c90ddd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a3d027a8c90ddd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4a3d027a8c90ddd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d549ba3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d549ba3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BMZAYKKJ-ZHNi7UPoV3_H5WGyjE5qxUt/view" TargetMode="External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log.csdn.net/weixin_35815766/article/details/152659222" TargetMode="External"/><Relationship Id="rId4" Type="http://schemas.openxmlformats.org/officeDocument/2006/relationships/hyperlink" Target="https://docs.cirkitdesigner.com/component/44530394-fe5b-47d0-b423-bb55a0499d69/sg5010-serv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983150"/>
            <a:ext cx="5361300" cy="22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嵌入式系統實驗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Final Proeject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進度報告-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防盜系統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46"/>
            <a:ext cx="5361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電機四 陳玟瑋 B10901044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電機四 高鉅茗 B10901159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預計成果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454225"/>
            <a:ext cx="7505700" cy="3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1.當附近沒人時系統在待機狀態，當有人在附近徘徊超過30秒時進入active狀態，進入active時發出聲音告知此處有保全系統。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2.當嘗試握門把時，觸動警鈴，經App或email傳送訊息通知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3.拍照 or 錄影 or 錄音存證以方便報警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optional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1. 當連接的藍芽裝置在一定範圍內會使裝置進入inactive狀態，怎麼移動門把(STM32板子)都不會觸發警鈴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2. 當有人靠近時，可以開燈並面向人站的位置(若是晚上時避免太暗都拍不清楚人臉)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超音波偵測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566476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使用三個超音波模組進行偵測，可簡易的判斷當前移動方向和位置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 rotWithShape="1">
          <a:blip r:embed="rId3">
            <a:alphaModFix/>
          </a:blip>
          <a:srcRect b="17815" l="0" r="0" t="36445"/>
          <a:stretch/>
        </p:blipFill>
        <p:spPr>
          <a:xfrm>
            <a:off x="2068625" y="2717950"/>
            <a:ext cx="2155799" cy="1314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 rotWithShape="1">
          <a:blip r:embed="rId4">
            <a:alphaModFix/>
          </a:blip>
          <a:srcRect b="28472" l="11284" r="35811" t="46142"/>
          <a:stretch/>
        </p:blipFill>
        <p:spPr>
          <a:xfrm>
            <a:off x="4479440" y="2539984"/>
            <a:ext cx="2611050" cy="167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藍芽連線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5475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600"/>
              <a:t>手機用網頁連線到裝置，可透過Write開關警戒系統，在Active的情況下若有人靠近會傳送警告</a:t>
            </a:r>
            <a:endParaRPr sz="1600"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14266" l="0" r="0" t="0"/>
          <a:stretch/>
        </p:blipFill>
        <p:spPr>
          <a:xfrm>
            <a:off x="2492950" y="1990825"/>
            <a:ext cx="1899734" cy="27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4">
            <a:alphaModFix/>
          </a:blip>
          <a:srcRect b="10650" l="0" r="0" t="0"/>
          <a:stretch/>
        </p:blipFill>
        <p:spPr>
          <a:xfrm>
            <a:off x="4414611" y="1990825"/>
            <a:ext cx="1988573" cy="27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5">
            <a:alphaModFix/>
          </a:blip>
          <a:srcRect b="9836" l="0" r="0" t="0"/>
          <a:stretch/>
        </p:blipFill>
        <p:spPr>
          <a:xfrm>
            <a:off x="6425117" y="1990825"/>
            <a:ext cx="1899734" cy="277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操作畫面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7" title="IMG_651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000" y="1490275"/>
            <a:ext cx="5760000" cy="32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預計成果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19150" y="1454225"/>
            <a:ext cx="7505700" cy="3262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1.當附近沒人時系統在待機狀態，當有人在附近徘徊超過30秒時進入active狀態，進入active時發出聲音告知此處有保全系統。 (</a:t>
            </a:r>
            <a:r>
              <a:rPr lang="zh-TW" sz="1600">
                <a:solidFill>
                  <a:srgbClr val="00FF00"/>
                </a:solidFill>
              </a:rPr>
              <a:t>90%</a:t>
            </a:r>
            <a:r>
              <a:rPr lang="zh-TW" sz="1600"/>
              <a:t>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2.</a:t>
            </a:r>
            <a:r>
              <a:rPr lang="zh-TW" sz="1600"/>
              <a:t>當有人靠近時觸動警鈴，開燈追蹤人的位置(若是晚上時避免太暗都拍不清楚人臉) (</a:t>
            </a:r>
            <a:r>
              <a:rPr lang="zh-TW" sz="1600">
                <a:solidFill>
                  <a:srgbClr val="FF0000"/>
                </a:solidFill>
              </a:rPr>
              <a:t>0%</a:t>
            </a:r>
            <a:r>
              <a:rPr lang="zh-TW" sz="1600"/>
              <a:t>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3.</a:t>
            </a:r>
            <a:r>
              <a:rPr lang="zh-TW" sz="1600"/>
              <a:t>當連接的藍芽裝置在一定範圍內會使裝置進入inactive狀態，怎麼移動門把(STM32板子)都不會觸發警鈴 (</a:t>
            </a:r>
            <a:r>
              <a:rPr lang="zh-TW" sz="1600">
                <a:solidFill>
                  <a:srgbClr val="00FF00"/>
                </a:solidFill>
              </a:rPr>
              <a:t>90%</a:t>
            </a:r>
            <a:r>
              <a:rPr lang="zh-TW" sz="1600"/>
              <a:t>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optional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1.</a:t>
            </a:r>
            <a:r>
              <a:rPr lang="zh-TW" sz="1600"/>
              <a:t> 使用wifi 經App或email傳送訊息通知 (</a:t>
            </a:r>
            <a:r>
              <a:rPr lang="zh-TW" sz="1600">
                <a:solidFill>
                  <a:srgbClr val="FF0000"/>
                </a:solidFill>
              </a:rPr>
              <a:t>0%</a:t>
            </a:r>
            <a:r>
              <a:rPr lang="zh-TW" sz="1600"/>
              <a:t>)</a:t>
            </a:r>
            <a:r>
              <a:rPr lang="zh-TW" sz="1600"/>
              <a:t> 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問題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19150" y="1430875"/>
            <a:ext cx="7505700" cy="3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1. 麵包板的接線易接觸不良導致沒有有信號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sol: 直連板子 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2. </a:t>
            </a:r>
            <a:r>
              <a:rPr lang="zh-TW" sz="1600"/>
              <a:t>無法處理複數目標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sol: 先預設只有一人?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3. </a:t>
            </a:r>
            <a:r>
              <a:rPr lang="zh-TW" sz="1600"/>
              <a:t>疑似供應電流不組足以運作馬達?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sol: 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4. 單純使用While容易被單一任務</a:t>
            </a:r>
            <a:r>
              <a:rPr lang="zh-TW" sz="1600"/>
              <a:t>延遲或</a:t>
            </a:r>
            <a:r>
              <a:rPr lang="zh-TW" sz="1600"/>
              <a:t>卡死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sol: 用RTOS分工藍芽(1)、超聲波偵測 (2)、馬達轉動/照明/蜂鳴器(3) ?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下週進度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19150" y="1472676"/>
            <a:ext cx="7505700" cy="3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Basic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1. </a:t>
            </a:r>
            <a:r>
              <a:rPr lang="zh-TW" sz="1600"/>
              <a:t>做好固定裝置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2. 觸發條件後開啟燈光/蜂鳴器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3. 輪盤可轉動追蹤偵測物體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Advance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1. 連接Wifi傳送通知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參考資料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HC-SR04</a:t>
            </a:r>
            <a:r>
              <a:rPr lang="zh-TW" sz="1600"/>
              <a:t>超音播測距模組 </a:t>
            </a:r>
            <a:r>
              <a:rPr lang="zh-TW" sz="1600"/>
              <a:t>: </a:t>
            </a:r>
            <a:r>
              <a:rPr lang="zh-TW" sz="1600" u="sng">
                <a:solidFill>
                  <a:schemeClr val="hlink"/>
                </a:solidFill>
                <a:hlinkClick r:id="rId3"/>
              </a:rPr>
              <a:t>https://blog.csdn.net/weixin_35815766/article/details/152659222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SG-5010伺服馬達: </a:t>
            </a:r>
            <a:r>
              <a:rPr lang="zh-TW" sz="1600" u="sng">
                <a:solidFill>
                  <a:schemeClr val="hlink"/>
                </a:solidFill>
                <a:hlinkClick r:id="rId4"/>
              </a:rPr>
              <a:t>https://docs.cirkitdesigner.com/component/44530394-fe5b-47d0-b423-bb55a0499d69/sg5010-servo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